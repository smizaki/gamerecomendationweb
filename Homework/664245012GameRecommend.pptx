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935" y="440390"/>
            <a:ext cx="16553046" cy="7800623"/>
          </a:xfrm>
          <a:custGeom>
            <a:avLst/>
            <a:gdLst/>
            <a:ahLst/>
            <a:cxnLst/>
            <a:rect r="r" b="b" t="t" l="l"/>
            <a:pathLst>
              <a:path h="7800623" w="16553046">
                <a:moveTo>
                  <a:pt x="0" y="0"/>
                </a:moveTo>
                <a:lnTo>
                  <a:pt x="16553046" y="0"/>
                </a:lnTo>
                <a:lnTo>
                  <a:pt x="16553046" y="7800623"/>
                </a:lnTo>
                <a:lnTo>
                  <a:pt x="0" y="7800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5836" y="0"/>
            <a:ext cx="10044973" cy="4739972"/>
          </a:xfrm>
          <a:custGeom>
            <a:avLst/>
            <a:gdLst/>
            <a:ahLst/>
            <a:cxnLst/>
            <a:rect r="r" b="b" t="t" l="l"/>
            <a:pathLst>
              <a:path h="4739972" w="10044973">
                <a:moveTo>
                  <a:pt x="0" y="0"/>
                </a:moveTo>
                <a:lnTo>
                  <a:pt x="10044973" y="0"/>
                </a:lnTo>
                <a:lnTo>
                  <a:pt x="10044973" y="4739972"/>
                </a:lnTo>
                <a:lnTo>
                  <a:pt x="0" y="4739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4339" y="4928726"/>
            <a:ext cx="9146471" cy="5161394"/>
          </a:xfrm>
          <a:custGeom>
            <a:avLst/>
            <a:gdLst/>
            <a:ahLst/>
            <a:cxnLst/>
            <a:rect r="r" b="b" t="t" l="l"/>
            <a:pathLst>
              <a:path h="5161394" w="9146471">
                <a:moveTo>
                  <a:pt x="0" y="0"/>
                </a:moveTo>
                <a:lnTo>
                  <a:pt x="9146470" y="0"/>
                </a:lnTo>
                <a:lnTo>
                  <a:pt x="9146470" y="5161394"/>
                </a:lnTo>
                <a:lnTo>
                  <a:pt x="0" y="5161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878" y="448568"/>
            <a:ext cx="16756422" cy="7875518"/>
          </a:xfrm>
          <a:custGeom>
            <a:avLst/>
            <a:gdLst/>
            <a:ahLst/>
            <a:cxnLst/>
            <a:rect r="r" b="b" t="t" l="l"/>
            <a:pathLst>
              <a:path h="7875518" w="16756422">
                <a:moveTo>
                  <a:pt x="0" y="0"/>
                </a:moveTo>
                <a:lnTo>
                  <a:pt x="16756422" y="0"/>
                </a:lnTo>
                <a:lnTo>
                  <a:pt x="16756422" y="7875518"/>
                </a:lnTo>
                <a:lnTo>
                  <a:pt x="0" y="787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4882" y="1028700"/>
            <a:ext cx="17218237" cy="7802014"/>
          </a:xfrm>
          <a:custGeom>
            <a:avLst/>
            <a:gdLst/>
            <a:ahLst/>
            <a:cxnLst/>
            <a:rect r="r" b="b" t="t" l="l"/>
            <a:pathLst>
              <a:path h="7802014" w="17218237">
                <a:moveTo>
                  <a:pt x="0" y="0"/>
                </a:moveTo>
                <a:lnTo>
                  <a:pt x="17218236" y="0"/>
                </a:lnTo>
                <a:lnTo>
                  <a:pt x="17218236" y="7802014"/>
                </a:lnTo>
                <a:lnTo>
                  <a:pt x="0" y="7802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88360" y="0"/>
            <a:ext cx="10545987" cy="4930249"/>
          </a:xfrm>
          <a:custGeom>
            <a:avLst/>
            <a:gdLst/>
            <a:ahLst/>
            <a:cxnLst/>
            <a:rect r="r" b="b" t="t" l="l"/>
            <a:pathLst>
              <a:path h="4930249" w="10545987">
                <a:moveTo>
                  <a:pt x="0" y="0"/>
                </a:moveTo>
                <a:lnTo>
                  <a:pt x="10545987" y="0"/>
                </a:lnTo>
                <a:lnTo>
                  <a:pt x="10545987" y="4930249"/>
                </a:lnTo>
                <a:lnTo>
                  <a:pt x="0" y="4930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93860" y="5143500"/>
            <a:ext cx="8261983" cy="4787168"/>
          </a:xfrm>
          <a:custGeom>
            <a:avLst/>
            <a:gdLst/>
            <a:ahLst/>
            <a:cxnLst/>
            <a:rect r="r" b="b" t="t" l="l"/>
            <a:pathLst>
              <a:path h="4787168" w="8261983">
                <a:moveTo>
                  <a:pt x="0" y="0"/>
                </a:moveTo>
                <a:lnTo>
                  <a:pt x="8261983" y="0"/>
                </a:lnTo>
                <a:lnTo>
                  <a:pt x="8261983" y="4787168"/>
                </a:lnTo>
                <a:lnTo>
                  <a:pt x="0" y="4787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5465" y="742616"/>
            <a:ext cx="17237070" cy="7314981"/>
          </a:xfrm>
          <a:custGeom>
            <a:avLst/>
            <a:gdLst/>
            <a:ahLst/>
            <a:cxnLst/>
            <a:rect r="r" b="b" t="t" l="l"/>
            <a:pathLst>
              <a:path h="7314981" w="17237070">
                <a:moveTo>
                  <a:pt x="0" y="0"/>
                </a:moveTo>
                <a:lnTo>
                  <a:pt x="17237070" y="0"/>
                </a:lnTo>
                <a:lnTo>
                  <a:pt x="17237070" y="7314981"/>
                </a:lnTo>
                <a:lnTo>
                  <a:pt x="0" y="7314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DAHWyjb8MmY</dc:identifier>
  <dcterms:modified xsi:type="dcterms:W3CDTF">2011-08-01T06:04:30Z</dcterms:modified>
  <cp:revision>1</cp:revision>
</cp:coreProperties>
</file>